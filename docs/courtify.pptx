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828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COURTIFY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74320" y="2834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Sports Court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Platform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06240" y="822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Booking  ·  Real-time Availability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 ·  AI Assistant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1691640"/>
            <a:ext cx="214884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013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16916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Booking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537960" y="1691640"/>
            <a:ext cx="214884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01368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16916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206240" y="2441448"/>
            <a:ext cx="214884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551176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54880" y="244144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537960" y="2441448"/>
            <a:ext cx="214884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551176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86600" y="244144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206240" y="3191256"/>
            <a:ext cx="214884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300984"/>
            <a:ext cx="347472" cy="34747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754880" y="319125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6537960" y="3191256"/>
            <a:ext cx="214884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3300984"/>
            <a:ext cx="347472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86600" y="319125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4206240" y="41605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DB + Software Engineering Project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4206240" y="4462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Hammad  ·  Zayan  ·  Hashir  |  FAST University  |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broken today?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19933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71907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6642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Manual Booking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19659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Calls &amp; WhatsApp only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50592" y="1463040"/>
            <a:ext cx="19933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7190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44952" y="16642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No Live Availability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044952" y="19659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Slots unknown until call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626864" y="1463040"/>
            <a:ext cx="19933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71907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21224" y="16642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Hard to Find Courts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221224" y="19659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 discovery platform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803136" y="1463040"/>
            <a:ext cx="19933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03136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171907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97496" y="16642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No Matchmaking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397496" y="19659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Players can't connect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274320" y="2834640"/>
            <a:ext cx="19933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28346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090672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8680" y="30358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Low Visibility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868680" y="33375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Courts stay under-booked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2450592" y="2834640"/>
            <a:ext cx="19933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450592" y="28346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5184" y="3090672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044952" y="30358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No Central Payments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3044952" y="33375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Cash-only, no history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4626864" y="2834640"/>
            <a:ext cx="19933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26864" y="28346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309067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221224" y="30358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No Trust System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5221224" y="33375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 reviews or ratings</a:t>
            </a:r>
            <a:endParaRPr lang="en-US" sz="850" dirty="0"/>
          </a:p>
        </p:txBody>
      </p:sp>
      <p:sp>
        <p:nvSpPr>
          <p:cNvPr id="41" name="Shape 32"/>
          <p:cNvSpPr/>
          <p:nvPr/>
        </p:nvSpPr>
        <p:spPr>
          <a:xfrm>
            <a:off x="6803136" y="2834640"/>
            <a:ext cx="19933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803136" y="28346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28" y="3090672"/>
            <a:ext cx="347472" cy="3474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397496" y="30358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Admin Overload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7397496" y="33375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Manual chaos</a:t>
            </a:r>
            <a:endParaRPr lang="en-US" sz="850" dirty="0"/>
          </a:p>
        </p:txBody>
      </p:sp>
      <p:sp>
        <p:nvSpPr>
          <p:cNvPr id="46" name="Shape 36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👉  Low utilization + frustrating experience for players, owners, and admins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Courtify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8988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unified platform connecting players, court owners, and admins — real-time booking, payments, matchmaking &amp; AI support.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69748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2697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31136"/>
            <a:ext cx="594360" cy="59436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22576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920240"/>
            <a:ext cx="1737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Instant Booking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54680" y="1920240"/>
            <a:ext cx="269748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920240"/>
            <a:ext cx="2697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37560" y="2231136"/>
            <a:ext cx="594360" cy="59436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322576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920240"/>
            <a:ext cx="1737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Live Availability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035040" y="1920240"/>
            <a:ext cx="269748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920240"/>
            <a:ext cx="2697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2231136"/>
            <a:ext cx="594360" cy="59436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22576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49440" y="1920240"/>
            <a:ext cx="1737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Stripe Payments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274320" y="3383280"/>
            <a:ext cx="269748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" y="3383280"/>
            <a:ext cx="2697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3694176"/>
            <a:ext cx="594360" cy="59436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85616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88720" y="3383280"/>
            <a:ext cx="1737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Matchmaking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3154680" y="3383280"/>
            <a:ext cx="269748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154680" y="3383280"/>
            <a:ext cx="2697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337560" y="3694176"/>
            <a:ext cx="594360" cy="59436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785616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69080" y="3383280"/>
            <a:ext cx="1737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AI Assistant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035040" y="3383280"/>
            <a:ext cx="269748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035040" y="3383280"/>
            <a:ext cx="2697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217920" y="3694176"/>
            <a:ext cx="594360" cy="59436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785616"/>
            <a:ext cx="411480" cy="4114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949440" y="3383280"/>
            <a:ext cx="1737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Dashboards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USERS &amp;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3-Sided Marketplace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271576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2715768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727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Player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084832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book courts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payments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 partners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&amp; review courts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72968" y="1463040"/>
            <a:ext cx="271576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72968" y="1463040"/>
            <a:ext cx="2715768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7276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21608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Court Owner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55848" y="2084832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courts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availability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bookings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revenue dashboard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reviews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71616" y="1463040"/>
            <a:ext cx="271576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71616" y="1463040"/>
            <a:ext cx="2715768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5727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0256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54496" y="2084832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courts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analytics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disputes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PLAYER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 player needs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64592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373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39572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Search &amp; Filters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50592" y="146304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18104" y="164592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7373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50592" y="239572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Slot Booking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26864" y="146304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94376" y="164592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7373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26864" y="239572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Stripe Payments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803136" y="146304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03136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70648" y="164592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73736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03136" y="239572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Favorites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274320" y="315468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315468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41832" y="333756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42900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74320" y="40873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Matchmaking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450592" y="315468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450592" y="315468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118104" y="333756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544" y="3429000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450592" y="40873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Booking History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626864" y="315468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26864" y="315468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5294376" y="333756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5816" y="3429000"/>
            <a:ext cx="457200" cy="45720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626864" y="40873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Reviews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803136" y="315468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803136" y="315468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7470648" y="333756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088" y="3429000"/>
            <a:ext cx="457200" cy="45720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803136" y="40873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AI Chat Assistant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COURT OWNER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for court managers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1993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1907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Court Registration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41248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Submit for admin approval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50592" y="1463040"/>
            <a:ext cx="1993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17190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1752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Manage Courts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01752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Edit details &amp; amenities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626864" y="1463040"/>
            <a:ext cx="1993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171907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93792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Booking Control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193792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Accept or reject requests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803136" y="1463040"/>
            <a:ext cx="1993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03136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171907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70064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Notifications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370064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Real-time alerts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274320" y="3035808"/>
            <a:ext cx="1993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3035808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9184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1248" y="3218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Revenue Dashboard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841248" y="3538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Earnings &amp; booking stats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2450592" y="3035808"/>
            <a:ext cx="1993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450592" y="3035808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7752" y="329184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017520" y="3218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Availability Control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3017520" y="3538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Manage time slots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4626864" y="3035808"/>
            <a:ext cx="19933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26864" y="3035808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024" y="3291840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193792" y="3218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Reviews Visibility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5193792" y="3538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Read player feedback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ADMIN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 control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271576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27157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10512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195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73736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Approvals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210312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Court &amp; account verification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72968" y="1463040"/>
            <a:ext cx="271576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1463040"/>
            <a:ext cx="27157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55848" y="1810512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90195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33088" y="173736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User Management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133088" y="210312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Full CRUD on all users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71616" y="1463040"/>
            <a:ext cx="271576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71616" y="1463040"/>
            <a:ext cx="27157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54496" y="1810512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901952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31736" y="173736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Analytics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031736" y="210312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Platform-wide insights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74320" y="3127248"/>
            <a:ext cx="271576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3127248"/>
            <a:ext cx="27157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6616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34440" y="3401568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234440" y="3767328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System health &amp; uptime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172968" y="3127248"/>
            <a:ext cx="271576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172968" y="3127248"/>
            <a:ext cx="27157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355848" y="347472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56616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133088" y="3401568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Dispute Resolution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133088" y="3767328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Mediate booking conflicts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071616" y="3127248"/>
            <a:ext cx="271576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071616" y="3127248"/>
            <a:ext cx="27157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254496" y="347472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566160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31736" y="3401568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Reports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7031736" y="3767328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Export usage &amp; revenue data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CORE FEATURES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power &amp; purpose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64592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373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39572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Booking Engine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50592" y="146304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18104" y="164592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7373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50592" y="239572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Stripe Payments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26864" y="146304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94376" y="164592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7373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26864" y="239572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JWT Auth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803136" y="146304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03136" y="14630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70648" y="164592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73736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03136" y="239572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AI Chatbot (RAG)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274320" y="315468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315468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41832" y="333756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42900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74320" y="40873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Modern UI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450592" y="315468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450592" y="315468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118104" y="333756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544" y="3429000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450592" y="40873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Notifications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626864" y="315468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626864" y="315468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5294376" y="333756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5816" y="3429000"/>
            <a:ext cx="457200" cy="45720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626864" y="40873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Reviews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803136" y="3154680"/>
            <a:ext cx="19933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803136" y="315468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7470648" y="333756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088" y="3429000"/>
            <a:ext cx="457200" cy="45720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803136" y="40873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Matchmaking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ARCHITECTURE &amp; 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scale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44752"/>
            <a:ext cx="2715768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44752"/>
            <a:ext cx="271576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44752"/>
            <a:ext cx="2715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9968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0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90672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621024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21024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151376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51376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72968" y="1444752"/>
            <a:ext cx="2715768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72968" y="1444752"/>
            <a:ext cx="271576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72968" y="1444752"/>
            <a:ext cx="2715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55848" y="2029968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029968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55848" y="2560320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2560320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55848" y="3090672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090672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55848" y="3621024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3621024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55848" y="4151376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4151376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71616" y="1444752"/>
            <a:ext cx="2715768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71616" y="1444752"/>
            <a:ext cx="271576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1444752"/>
            <a:ext cx="2715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Other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54496" y="2029968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2029968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54496" y="2560320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2560320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AI System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54496" y="3090672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3090672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API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54496" y="3621024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4496" y="3621024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54496" y="4151376"/>
            <a:ext cx="2350008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4151376"/>
            <a:ext cx="2350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PROBLEM vs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 Courtify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44752"/>
            <a:ext cx="406908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44752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✗  The Barrier (Old Way)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44752"/>
            <a:ext cx="411480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44475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Courtify Solution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4069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38528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Manual phone/WhatsApp booking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938528"/>
            <a:ext cx="41148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938528"/>
            <a:ext cx="39319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✓  Instant online booking system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406908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22576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 real-time availability info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322576"/>
            <a:ext cx="411480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322576"/>
            <a:ext cx="39319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✓  Live slot availability calendar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4069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06624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Cash-only, untracked payments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706624"/>
            <a:ext cx="41148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706624"/>
            <a:ext cx="39319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✓  Stripe-powered secure payments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090672"/>
            <a:ext cx="406908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90672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 way to find match partners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090672"/>
            <a:ext cx="411480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90672"/>
            <a:ext cx="39319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✓  Smart player matchmaking engine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4069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Courts invisible to players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474720"/>
            <a:ext cx="41148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474720"/>
            <a:ext cx="39319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✓  Searchable court discovery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858768"/>
            <a:ext cx="406908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58768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 booking history or records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858768"/>
            <a:ext cx="411480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858768"/>
            <a:ext cx="39319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✓  Full history &amp; receipt tracking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242816"/>
            <a:ext cx="4069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242816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 trust or rating system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4242816"/>
            <a:ext cx="41148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242816"/>
            <a:ext cx="39319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✓  Verified reviews &amp; star ratings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626864"/>
            <a:ext cx="406908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26864"/>
            <a:ext cx="3886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Admin manually handles everything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4626864"/>
            <a:ext cx="411480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626864"/>
            <a:ext cx="39319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✓  Automated workflows &amp;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USER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journey — end to 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54480"/>
            <a:ext cx="150876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5448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5544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Search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83080" y="1874520"/>
            <a:ext cx="21031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554480"/>
            <a:ext cx="150876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55448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15544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View Court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02152" y="1874520"/>
            <a:ext cx="21031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1554480"/>
            <a:ext cx="150876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155448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05072" y="15544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Select Slot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21224" y="1874520"/>
            <a:ext cx="21031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31536" y="1554480"/>
            <a:ext cx="150876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55448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24144" y="15544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Request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0296" y="1874520"/>
            <a:ext cx="21031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1554480"/>
            <a:ext cx="150876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155448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43216" y="15544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Approval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0" y="1874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A34A"/>
                </a:solidFill>
              </a:rPr>
              <a:t>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458200" y="2514600"/>
            <a:ext cx="150876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251460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50808" y="251460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Approval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47888" y="2834640"/>
            <a:ext cx="21031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39128" y="2514600"/>
            <a:ext cx="150876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39128" y="251460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31736" y="251460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Payment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28816" y="2834640"/>
            <a:ext cx="21031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0056" y="2514600"/>
            <a:ext cx="150876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0056" y="251460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12664" y="251460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Confirmation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9744" y="2834640"/>
            <a:ext cx="21031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00984" y="2514600"/>
            <a:ext cx="150876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00984" y="251460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93592" y="251460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Play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090672" y="2834640"/>
            <a:ext cx="21031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81912" y="2514600"/>
            <a:ext cx="150876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81912" y="2514600"/>
            <a:ext cx="347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9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874520" y="251460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Review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courts → selects slot → submits request  |  </a:t>
            </a:r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→  </a:t>
            </a:r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payment → confirmation → play → review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UNIQUE SELLING POINTS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Courtify stands out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44752"/>
            <a:ext cx="8595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44752"/>
            <a:ext cx="64008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8191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4996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End-to-End System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87552" y="177393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Booking to payment to review — all in one platform. Zero friction.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2157984"/>
            <a:ext cx="8595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157984"/>
            <a:ext cx="64008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9514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2212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3-Sided Marketplace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87552" y="24871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Purpose-built tools for players, owners, and admins.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871216"/>
            <a:ext cx="8595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871216"/>
            <a:ext cx="64008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0837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552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Assistant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87552" y="32004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RAG-powered chatbot for instant help and recommendations.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74320" y="3584448"/>
            <a:ext cx="8595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3584448"/>
            <a:ext cx="64008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2160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7552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UX-Focused Design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87552" y="39136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React + shadcn/ui + Framer Motion for a delightful experience.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74320" y="4297680"/>
            <a:ext cx="8595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4297680"/>
            <a:ext cx="64008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43484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87552" y="4352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Scalable Architecture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987552" y="46268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Flask + PostgreSQL + SQLAlchemy — built for growth.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FUTURE ENHANCEMENTS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 the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271576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27157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65960" y="1664208"/>
            <a:ext cx="86868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65960" y="166420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Phase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214884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In-App Chat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487168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Real-time player-owner messaging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72968" y="1463040"/>
            <a:ext cx="271576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72968" y="1463040"/>
            <a:ext cx="27157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645920"/>
            <a:ext cx="411480" cy="4114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64608" y="1664208"/>
            <a:ext cx="86868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64608" y="166420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Phase 2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355848" y="214884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Subscriptions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55848" y="2487168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Monthly plans for frequent players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071616" y="1463040"/>
            <a:ext cx="271576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71616" y="1463040"/>
            <a:ext cx="27157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645920"/>
            <a:ext cx="411480" cy="4114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763256" y="1664208"/>
            <a:ext cx="86868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63256" y="166420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Phase 3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254496" y="214884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Tournaments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54496" y="2487168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Host and join local sports tournaments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274320" y="3154680"/>
            <a:ext cx="271576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74320" y="3154680"/>
            <a:ext cx="27157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37560"/>
            <a:ext cx="411480" cy="41148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965960" y="3355848"/>
            <a:ext cx="86868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965960" y="335584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Phase 3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457200" y="384048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Mobile App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57200" y="4178808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Native iOS &amp; Android apps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172968" y="3154680"/>
            <a:ext cx="271576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172968" y="3154680"/>
            <a:ext cx="27157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337560"/>
            <a:ext cx="411480" cy="41148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4864608" y="3355848"/>
            <a:ext cx="86868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864608" y="335584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Phase 4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3355848" y="384048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Recommendations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3355848" y="4178808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court &amp; partner suggestions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6071616" y="3154680"/>
            <a:ext cx="271576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071616" y="3154680"/>
            <a:ext cx="27157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337560"/>
            <a:ext cx="411480" cy="411480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7763256" y="3355848"/>
            <a:ext cx="86868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763256" y="335584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Phase 4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6254496" y="384048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Wallet &amp; Refunds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6254496" y="4178808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In-app wallet with automated refunds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37660"/>
            <a:ext cx="914400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82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500" kern="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COURTIFY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transforms sports booking into a seamless digital experience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0" y="2697480"/>
            <a:ext cx="3657600" cy="182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 Book Your Court, Play Your Game "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520440"/>
            <a:ext cx="15087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5204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Instant Booking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48840" y="3520440"/>
            <a:ext cx="15087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48840" y="35204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Live Availability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40480" y="3520440"/>
            <a:ext cx="15087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0" y="35204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AI Assistant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532120" y="3520440"/>
            <a:ext cx="15087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35204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Matchmaking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223760" y="3520440"/>
            <a:ext cx="15087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23760" y="35204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Stripe Payments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Hammad  ·  Zayan  ·  Hashir  |  FAST University  |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3657600" cy="36576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7373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You!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480560" y="1097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480560" y="1627632"/>
            <a:ext cx="164592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80560" y="1920240"/>
            <a:ext cx="43891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80560" y="19202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📧  courtify@gmail.com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80560" y="2926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Hammad  ·  Zayan  ·  Hashir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80560" y="32735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FAST University  |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2026-05-03T08:11:45Z</dcterms:created>
  <dcterms:modified xsi:type="dcterms:W3CDTF">2026-05-03T08:11:45Z</dcterms:modified>
</cp:coreProperties>
</file>